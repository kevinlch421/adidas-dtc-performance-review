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512" autoAdjust="0"/>
    <p:restoredTop sz="94660"/>
  </p:normalViewPr>
  <p:slideViewPr>
    <p:cSldViewPr snapToGrid="0">
      <p:cViewPr>
        <p:scale>
          <a:sx n="94" d="100"/>
          <a:sy n="94" d="100"/>
        </p:scale>
        <p:origin x="-1104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儀表板 2">
            <a:extLst>
              <a:ext uri="{FF2B5EF4-FFF2-40B4-BE49-F238E27FC236}">
                <a16:creationId xmlns:a16="http://schemas.microsoft.com/office/drawing/2014/main" id="{D4B8B926-D825-48D5-8217-9066B51660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儀表板 2">
            <a:extLst>
              <a:ext uri="{FF2B5EF4-FFF2-40B4-BE49-F238E27FC236}">
                <a16:creationId xmlns:a16="http://schemas.microsoft.com/office/drawing/2014/main" id="{8F3B2966-3767-49DF-AB0E-C3AD01EC0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495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</TotalTime>
  <Words>0</Words>
  <Application>Microsoft Macintosh PowerPoint</Application>
  <PresentationFormat>寬螢幕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Cheuk Him LEUNG</cp:lastModifiedBy>
  <cp:revision>1</cp:revision>
  <dcterms:created xsi:type="dcterms:W3CDTF">2025-11-23T22:53:46Z</dcterms:created>
  <dcterms:modified xsi:type="dcterms:W3CDTF">2025-11-24T10:34:02Z</dcterms:modified>
</cp:coreProperties>
</file>